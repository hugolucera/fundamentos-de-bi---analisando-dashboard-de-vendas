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8" r:id="rId5"/>
    <p:sldId id="257" r:id="rId6"/>
    <p:sldId id="256" r:id="rId7"/>
  </p:sldIdLst>
  <p:sldSz cx="12192000" cy="6858000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111" d="100"/>
          <a:sy n="111" d="100"/>
        </p:scale>
        <p:origin x="5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E5E59E80-19DF-F1C1-C976-FEFEE792CB69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622229250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E5E59E80-19DF-F1C1-C976-FEFEE792CB6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98160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54B0DA0F-AB01-87FC-A466-CF236CC21FAB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42892305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54B0DA0F-AB01-87FC-A466-CF236CC21FA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24975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Conteúdo do suplemento Microsoft Power BI.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7812607"/>
                  </p:ext>
                </p:extLst>
              </p:nvPr>
            </p:nvGraphicFramePr>
            <p:xfrm>
              <a:off x="0" y="0"/>
              <a:ext cx="11470988" cy="6857999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Add-in" descr="Conteúdo do suplemento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1470988" cy="685799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A2DF0715-0D3A-4F64-AB08-1EE8DBA4C41C}">
  <we:reference id="wa200003233" version="2.0.0.3" store="pt-BR" storeType="OMEX"/>
  <we:alternateReferences>
    <we:reference id="WA200003233" version="2.0.0.3" store="WA200003233" storeType="OMEX"/>
  </we:alternateReferences>
  <we:properties>
    <we:property name="embedUrl" value="&quot;/reportEmbed?reportId=c67acd83-045f-41a6-b219-1f42aaa67839&amp;config=eyJjbHVzdGVyVXJsIjoiaHR0cHM6Ly9XQUJJLUJSQVpJTC1TT1VUSC1ELVBSSU1BUlktcmVkaXJlY3QuYW5hbHlzaXMud2luZG93cy5uZXQiLCJlbWJlZEZlYXR1cmVzIjp7InVzYWdlTWV0cmljc1ZOZXh0Ijp0cnVlfX0%3D&amp;disableSensitivityBanner=true&amp;storytellingChangeViewModeShortcutKeys=true&quot;"/>
    <we:property name="bookmark" value="&quot;H4sIAAAAAAAAA+1W227bOBD9lUAvebEN6mZJfkudLnax2SLYBHkpjIIixw4LWlQpyo028A/1N/pjHZJyrs6laYC22RiGIQ+HwzNHZ450HnDR1JJ27+gSgknwV8UFo1zpnTAYBJUPEs7SLB6nPMo4GfMsSdIEV1VthKqaYHIeGKoXYE5E01JpK2HwfRCVkBfjjCcQpeOIZBHJ42A2CGoNDegVvIPPfgf+ilJIYbpgYnQLg4BKeUgXtsycygYDNehGVVSK/8DvaXzqehDAWS2VphbLkaEGLJ4VpuN/xB6OYoRKmRErOAJmfDSKEpYVwGgaZ2nOCYlK21HjE1xLW1NsaXf8VFWGigqPcbnbOsX4XEjTp5Td27NaIy1IVldbVvf4ilYMeOBaQE484vPgTwGaanbaHcAKpI283b5+e+lQK2TKdCdUC8+IajWD24k+/i/M3VJlHPeIt0JIwrK7RmZ7TVwUQ6SbAzC8b7m2aVfw9NefWkF3OOxwaqgv1bcS7FXK/T9Vn6casAIPJmQ9uCBliqGF0qhB+b/i5Z+vX5otxMww0ohqIXvVXwrw2PPVSMFA22EsP6J4ndSWgMNoL+wxTnG1RyfArUPF9/s5AafJ8+BAoE59+RMqW1sZN4MRS9iNSJgMw2hIwmNCJu67i1AR2VLxh6rsvqGNYC5/jd2sN6OIfH28MmwuvXFYX/Jd9uqfedOiVbOxLN+5VtIbZ88GWqW0G/3qpxZ0h5BdxiXUkQUyugA52gJhZI/FYqKZKilp3VhteZ8VHFz3f0PnT8GMdlk9lrEDhXNqARzTUsIHkgOPovl8mGVzMkxyGg7zAmBYzBPGknTOQrRQy8cVHntKLLpDUVUbaNYSfqBjN053tHz9HEzSShnb1oaMCzHOeslGnNAiZhFJ0hI7KfKwKB+09/uc7PtYvqHLK+ThJW+ZuddR73zM7C0WGhZe2reQPBfCI2o1bYN/tFX/9CVP8LlawPSUanPN6XCT0hz0m84Rvy/05gEfDW7g/pnNWo1tdb1eIt0TJu8xmpg5k07ClOQcCsrKMIvzLMqj4lW8j76fO4fIAty4qeETFEwx9/eQ8F0t/1wdFwlPynicFXGMdhyzhBb09R379R37h9+xH0fMsw0YLJb4mvGLu95zPLKZbBucTOAe2Fbve9hOXrIg+0F92U32U+dNnJYkJTFkCS+zcpwRmkQO6r1CMnBmSnV2XTvucyPyDepnaxPNEgAA&quot;"/>
    <we:property name="datasetId" value="&quot;668faad5-0b8a-4ac8-80fb-93d970d81784&quot;"/>
    <we:property name="pageName" value="&quot;224c79eca53758d002b4&quot;"/>
    <we:property name="reportUrl" value="&quot;/groups/me/reports/c67acd83-045f-41a6-b219-1f42aaa67839/224c79eca53758d002b4&quot;"/>
    <we:property name="reportName" value="&quot;Dashboard vendas&quot;"/>
    <we:property name="reportState" value="&quot;CONNECTED&quot;"/>
    <we:property name="pageDisplayName" value="&quot;Página 1&quot;"/>
    <we:property name="backgroundColor" value="&quot;#F7F7F7&quot;"/>
    <we:property name="initialStateBookmark" value="&quot;H4sIAAAAAAAAA+1Y227bOBD9lUAvebEN3RxJfnOcLHaRS4MmyMvCKChy7LCgSZWi3GgD/9D+xv7YDkk5zcW5NA3QbjZGYMjD4cyZozMjMVcB43UlSHtMFhCMgj8k45QwpbeioBdIb9z98OHgaPzx4NPx+GgfzaoyXMk6GF0Fhug5mHNeN0TYEGj8c9oLKg016CUcw1e/ht+85IKbNhgZ3UAvIEKckLndMCOiRkMFulaSCP4X+D21d131ArishNLEZj01xIDNvER3/I3wokGCoAg1fAmnQI23xnFKswIoGSbZMGdhGJcputXewYHf6GJDu/QTJQ3hEtM43xLyYidjKcTDnTjM4jBPrH3Ghelcynb/stJIANLSVpa4MVsSSYEFrgTkxCO+Cn7noImmF+0hLEFYy/7m9ftLJ1ohU6Y9J5p7RlSjKdx39PaPMHNL0jjuEa9ESNyyu0Jmu9t+HQyRrhOgec9ybd1u4OmuvzScbDHYYsQQH6orJRhL5X5fqK8TDRiBBaNw1bsmZYKmudIoM/G/4uXon7/rDcRM0VJzORed6r8J8MzzVQtOQdu2Kz+jeJ3UFoBtZy9sGqe4yqPj4NZBsr2uT8Bp8io45KhTH/6ciMZGxs1g+AK24zBK+1HcD6OzMBy5v22EisgWij0VZXuX1Jw6/xVWs1q3IvL1+UazOffaYX3Ld9mrf+qHFpH1emT5yrUS7mrNBo5KYTf61S8N6BYhO49vUAcWyOAa5GADhIFNi8F4PVFCkKq22vJzljNw1R9A67OgR7OQz2XsUGGfWgBnpBTwKcyBxfFs1s+yWdhPcxL18wKgX8xSStPhjEY4Qi0fN3jsKLHoTriUa2h2JPxAxa6dHij5dh500koZW9aajGsxTjvJxiwkRULjMB2WWEmRR0X55Hh/bJJ9H8t3dHmDPLxkDTWPTtQHHzPj+VzD3Ev7HpLXQnhKrKat8bdGdk/f8AVzruIwuSDa3Jp0uElpBnq3dcTvcb1+wMe9O7h/ZrFWYxunXieR9gWd9xxNTN2QTqNhmDMoCC2jLMmzOI+Ld/E++35unSALcOemRi9QMEHf/4aEHyr55+q4SFlaJjtZkSQ4jhOakoK8v2O/v2P/8Dv284h5tQaD+QJfM37xqfcaj2wqmho7E5gHtnH2PT1O3rIgu0Z920V2XeeHOCnDYZhAlrIyK3eykKSxg/qokAxcmlJd3taO+2w+9qrG1BWhcEIkbDr+2qMXsyJ+9ORqTwf+mLu0/54ST5101/6+1NW/03syXjwTAAA=&quot;"/>
    <we:property name="isFiltersActionButtonVisible" value="true"/>
    <we:property name="isVisualContainerHeaderHidden" value="false"/>
    <we:property name="reportEmbeddedTime" value="&quot;2026-09-26T15:58:56.280Z&quot;"/>
    <we:property name="creatorTenantId" value="&quot;78bebf7b-f95c-45cd-8519-05e10da53c7c&quot;"/>
    <we:property name="creatorUserId" value="&quot;100320064A729B77&quot;"/>
    <we:property name="creatorSessionId" value="&quot;acbb69b0-2cda-4157-a7c7-b9d1699a429b&quot;"/>
    <we:property name="artifactViewState" value="&quot;live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C9971890-6D81-4E5E-8311-B36B4793D617}">
  <we:reference id="wa200003233" version="2.0.0.3" store="pt-BR" storeType="OMEX"/>
  <we:alternateReferences>
    <we:reference id="WA200003233" version="2.0.0.3" store="WA200003233" storeType="OMEX"/>
  </we:alternateReferences>
  <we:properties>
    <we:property name="embedUrl" value="&quot;/reportEmbed?reportId=c67acd83-045f-41a6-b219-1f42aaa67839&amp;config=eyJjbHVzdGVyVXJsIjoiaHR0cHM6Ly9XQUJJLUJSQVpJTC1TT1VUSC1ELVBSSU1BUlktcmVkaXJlY3QuYW5hbHlzaXMud2luZG93cy5uZXQiLCJlbWJlZEZlYXR1cmVzIjp7InVzYWdlTWV0cmljc1ZOZXh0Ijp0cnVlfX0%3D&amp;disableSensitivityBanner=true&amp;storytellingChangeViewModeShortcutKeys=true&quot;"/>
    <we:property name="bookmark" value="&quot;H4sIAAAAAAAAA+1Y204bMRD9FeSXttIKOXvN8kYDbVEBoablpcqD154kRs7u1usNpFF+qL/RH+t4vZtyaQEhULk0UqLd8Xh85szxLUsiZFUqtjhkMyBbZC8XkjNR6I0e8UjujD2fx1GGnySiIsj8mGc+thalkUVeka0lMUxPwBzLqmbKRkLjV5L4osdYyENfxCkEKU+oICOPlBoq0HM4hFPXA39lJpU0C7JldA0eYUodsYkNM2aqQkMJuipypuR3cH0q57ryCJyVqtDMYhkaZsDimaM7vlvsmwFCZdzIOQyBG2eFIA7TLE3DHo1YlMZZP+ToVjmHJqU/utjQzfCDIjdM5jiMtVEeQEx5iI5+lPaTyKeptVcyn6gW8O++nxelZdXAmcmKM0tkdoID20irFSbk014QjKMgojSKgjAV/cC3vcdSmXbAbLF7VmokGal30QaY+aTQWDxFGk6QZEfBkgwKVc+ap90L9mFRaw6fYNw05aYpAA6Ts5xLS7FFc6QLJL9pGRR1bvSiMU+L04EGHFSQLbry1ji2xRx7o/UyiO3JRMOEmfZ190EQDpkCZ3xX522x6VW4I7RcWxuu6gq5BuGADaZMm4uFwhctQL9dNEXYkbrTlu9dyuFfJr4addpH35Nz6m7l4tDfvz5GTsiZnwQ96NNUhLgY+EkvTm8U8jMRENOibXqSsrGmP67f/9eh2yDEx7E096CjUsLjX3z+lu0/XH2QaDmZKvyaZiMG1VGEIwpm2AErnZa7cJtdf+tRcQy7JxxJs5JpWXWUdW8fZW5L6JF9GJuHUvenLoF9iVPO6eOYqdpK49V70DOWL16hZzNlPTIDw2xy9vQ1rGevz2XnavSGjGxR3Az+DfNg3W95brZUD1UeD5dHPgXRZLJnYOZGkgJsGAnVk62BR+a2pRUXRY/WYb0nCjxOJr1xEodhHyAQNOlnj3xP/JJLU20MCyVezsZ4Xc5ufQGe9GmQBjFeiihENKBZcPdCfpAoLc2ni32Yg7qKf91+talDfYxzwt2CmlzvyEF7D1wHIxdo2bH3K+t2Dk/7/K2WbEPAhl1HXKg2FbKdF9du1dcdGZ4zLwc/f1Qv4Qxzm8vUzceE56yEdoY87yRbuY+anXJ16V+PX0wVkOqIEgAA&quot;"/>
    <we:property name="datasetId" value="&quot;668faad5-0b8a-4ac8-80fb-93d970d81784&quot;"/>
    <we:property name="pageName" value="&quot;e3649b994105a596b84c&quot;"/>
    <we:property name="reportUrl" value="&quot;/groups/me/reports/c67acd83-045f-41a6-b219-1f42aaa67839/e3649b994105a596b84c&quot;"/>
    <we:property name="reportName" value="&quot;Dashboard vendas&quot;"/>
    <we:property name="reportState" value="&quot;CONNECTED&quot;"/>
    <we:property name="pageDisplayName" value="&quot;Página 2&quot;"/>
    <we:property name="backgroundColor" value="&quot;#F7F7F7&quot;"/>
    <we:property name="initialStateBookmark" value="&quot;H4sIAAAAAAAAA+1XS27bMBC9isG1UehrWd45josW+SJusymMghLHCgOGVCnKsRv4Qr1GL9ahqPxbJwhSJHW6SajHIefNzPOQvCCMV6Wgy316BmRAPkrGc8qU7vikS6QDtw4OdvaGRztf94d7Y4RVabiSFRlcEEN1AeaYVzUVdgsEv0y7pNRQgZ7DPpy7OfzLMy64WZKB0TV0CRXikBZ2wYyKCoESdKUkFfw7uDWVM111CSxKoTS1XieGGrCe52iO30jPfxciKZobPocJ5MahEPaiNEvTyPdiGqe9rB/laFY5g4b8b03s1o37kZKGcoluLOblIfS8PELDIE77SRx4qcUrLgvREr5e+2lZ2sQZWJhMLWzKslN0bHdarTCgwPPDcBaHsefFcRilrB8GdvWMC9M6zJbjRakxnZhkt9sIIy+UxvoI0uQEk+xScEFGStRnzWh8C5+oWudwBLNmSpqmAOhGUplzm2LL5lArTH4zM1K1NHrZwCfqfKQBnTIy8FbdKx5DNsfViN4lMSwKDQU17ef4rzCcUAEOfF/LttjefbpTRNbWJhd1hbkG5oiNTqg2twuFH5qB3lo2Rdjm+lJbQfdODC8Z+Gp6qX20Pb2h7lYujv3z62PqhJwFSehD30tZlAQsSPxe+qCQN0RAVLN26p+UjYWwZD6lUR4FrJdCmOaJx/73oUcxxOGMm2fQUcnh9TefP0X7st2H4cGd+LOkF0V9gJB5ST975d3ns+Sm6kyUYG+nBa2L2fUhyJO+F6ZhL8EbEcRe6GXh0wv5gYOmOj9Z7sIcxH3+V/P3py5ZH1PN3X2zifWJOWgv1VebkVtp2bY3WWt2g087/lZz2mHQYdRQt1UbChlKtbYprmvOm5yXvZ8/qrdwWjzm2vpwQ95kJbS/kM0OspW7PQabk/C6/uQM8EluB6o2VUlzOKQSmqqXzikH9/pdlFQyYO1Y2/+7HLXlVHdMRd28YfEJThofc/uGF/BI+5bcL+pQhpFhEAAA&quot;"/>
    <we:property name="isFiltersActionButtonVisible" value="true"/>
    <we:property name="isVisualContainerHeaderHidden" value="false"/>
    <we:property name="reportEmbeddedTime" value="&quot;2026-09-26T15:57:03.820Z&quot;"/>
    <we:property name="creatorTenantId" value="&quot;78bebf7b-f95c-45cd-8519-05e10da53c7c&quot;"/>
    <we:property name="creatorUserId" value="&quot;100320064A729B77&quot;"/>
    <we:property name="creatorSessionId" value="&quot;28b0b433-d744-458c-85b4-b8adcc902a5f&quot;"/>
    <we:property name="artifactViewState" value="&quot;live&quot;"/>
    <we:property name="isTitleSuggestionsDialogDismissed" value="true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82aa4bed-4191-401a-a9ed-df4acb6ce1ae}">
  <we:reference id="WA200003233" version="2.0.0.3" store="pt-BR" storeType="OMEX"/>
  <we:alternateReferences/>
  <we:properties>
    <we:property name="Microsoft.Office.CampaignId" value="&quot;none&quot;"/>
    <we:property name="reportUrl" value="&quot;/groups/me/reports/c67acd83-045f-41a6-b219-1f42aaa67839/aaa94f763c34e389b285?bookmarkGuid=d68b075a-d7f1-415e-a5b4-6676b262be26&amp;bookmarkUsage=1&amp;ctid=78bebf7b-f95c-45cd-8519-05e10da53c7c&amp;fromEntryPoint=export&quot;"/>
    <we:property name="reportState" value="&quot;CONNECTED&quot;"/>
    <we:property name="artifactViewState" value="&quot;live&quot;"/>
    <we:property name="reportEmbeddedTime" value="&quot;2026-09-26T15:56:33.613Z&quot;"/>
    <we:property name="creatorSessionId" value="&quot;96550cd4-4b8f-4a71-8c30-af061b6651e5&quot;"/>
    <we:property name="creatorUserId" value="&quot;100320064A729B77&quot;"/>
    <we:property name="creatorTenantId" value="&quot;78bebf7b-f95c-45cd-8519-05e10da53c7c&quot;"/>
    <we:property name="pageDisplayName" value="&quot;Página 3&quot;"/>
    <we:property name="pageName" value="&quot;aaa94f763c34e389b285&quot;"/>
    <we:property name="reportName" value="&quot;Dashboard vendas&quot;"/>
    <we:property name="isVisualContainerHeaderHidden" value="false"/>
    <we:property name="isFiltersActionButtonVisible" value="true"/>
    <we:property name="initialStateBookmark" value="&quot;H4sIAAAAAAAAA91WTW/bMAz9K4XOwSB/yLJzS7MMGLp+oNl6GYKBluhUhWMbspImC/LfR9npsnZDc9m6ohdbpijyPfLJ0pZp0zYlbC5ggWzIPlbaKNC1PQnYgFW98fTy8ux8dH327WJ0PiFz3ThTVy0bbpkDO0d3Y9ollD4EGb/OBqyx2KJd4QXe93P0NLkpjduwobNLHDAoyyuY+wUFlC0ZGrRtXUFpvmO/pu1ddwOG66asLfisUwcOfeYVudM3wQveRQQKlDMrnKJyvRUAsriQSaSiGKM0y8NUkFvbO3Tg/+jiQ3fpx3XlwFSUxtvSOAy1TLkUWRQKUCpH5e2FKd3eJd9M1o2lAmwfCpfKIpBRHsgwStMYApVpThjcpvGzY2Iyry3Vu2QdRypaT2nLxnW5XHSjySP7tF5ahddYdFOV6wpKICqolPEl21G5rmxNxexmpjhfYOU68219P7ZISTUb8t3gJ8okjxMd5rGIAx5wATnG8oBypFcUm9Y8hTiazy3Owe0/J/8EPw0L08P/sKz2veW/s5mRpTXVvNxr59DGzz2NxuD4Fqzz8s3vSAS+ZbSothrt6abr2ntjH+QTDp4A/69sd7MHfZPH3S8K3kuoh//3NTPb+alUKMh4EKUyzEIJCSquj0o/5JkWEGDCZaQUlzoN1MtKf1wvK0eleU76IkoKCGQsQfFMBYFIBbw56S+gear6lxPToQu9mHJNWqCfTRqEXCa5wgxjH+pZBg7XLq/Xj1n4aDpIsBA8E2EglAAeJTo/Ks0kTjL6E6NScZrxRHKRR69PmjERyiMlBZ04MSqgncRfizSnUGJ7XJkHMmFGZ5/MQKFQPOaa6+zVHDFfKuPak2ld6re117oNckDCFkhXNT+ol65tqBVXUGGXv+lDGOz8qAVQadT7sfXvT4a2U0/3BsqlZ9rd2liXZOUvdyUeWeDvcqyD1aH7AXfE7qd6CgAA&quot;"/>
    <we:property name="bookmark" value="&quot;H4sIAAAAAAAAA91X3W/bNhD/Vwq+dAOMgvqkmLfO84ZgTRbEXV4GP5zIk8JClgSKcuMZ+d93FK06zbbmZemyGrAhHe/rd/fjkT4wbYa+gf0lbJGdsfNWGwW6s68itmBtEGaVFLrKZS6hFIVOFRQJrXa9M107sLMDc2BrdDdmGKHxnkj4+2bBeosD2h1e4sewRr+mNI1xe3bm7IgLBk1zBbU3qKAZSNCjHboWGvMHBpshqN4vGN71TWfBR107cOgj70id3inL6I1PCpQzO1yjckEKADKtRJ6oJMWkkGVcZKQ2BIUp+b9V8a6n8MuudWBaCuNlRRrHWhRcZDKJM1CqROXllWncUaXcr+56SwU4zPUrRBWJpIxEnBRFCpGSmlMObt/71SUhqTtLZW/YhJGKFiAd2LJrxu30tPpMvu5Gq/Aaq2mpdVNBKYkWWmV8ye6pXFe2o2JOK2ust9i6SXzbfVxapKCanfH7xacs8zLNdVymWRrxiGdQYipOWb7VO/JNNo9TfFvXFmtwx9fVs+RPj5UJ6f80tsfe8r+i2ZBkMG3dHLlzauP7AKM3uLwF6zx9yw9EAt8yMuqsRvvDfuraj8bO9IkXjxL/T9Heb2Z+k8aHBww+Uiik/+9zZjMV2tS3DX2dNx+wmUtEETU4uIA+7IPZ3ZvZ3msMitye61CkbQ/WDHPJ5rdfTOtbuGDvsHLPxf3rGcA7Q9s18OMGmtFT4/XPv96sri8vVpfvX5OyLzdZbNGBx0cw2HrcfvcAYGjT92zj+xIGwCnTi092hwcbZniuDi2YAnWLegJz7nAbIhmN3o3B4f/chgXb+cUjxTgpnXQCPclnkSmQPEoKEctYQI6K6ycnc8ylziDCnItEKS50EamvO5mX3dg62rlfmsxZklcQiVSA4lJFUVZk8M1N5i1199FQ/nqz7tSFQKZSExfoLCyimIu8VCgxnebelxA4vHNld/c5Cu9NRzlWGZdZHGUqA57kunySmnmaS7oooFJpIXkueFYmL4+aKQEqEyUyuhClqIB2En8p1FxDg8PTzDyBiSVdzYQEhZniKddcyxdzA/qtNW54te4a/W3ttWmDnDKh85b+SfiHbnRDT624ghan+H1wMZ1l05kKrUY9n6//cJpMfyrm05w+fwLkCrZe8AwAAA==&quot;"/>
    <we:property name="datasetId" value="&quot;668faad5-0b8a-4ac8-80fb-93d970d81784&quot;"/>
    <we:property name="embedUrl" value="&quot;/reportEmbed?reportId=c67acd83-045f-41a6-b219-1f42aaa67839&amp;config=eyJjbHVzdGVyVXJsIjoiaHR0cHM6Ly9XQUJJLUJSQVpJTC1TT1VUSC1ELVBSSU1BUlktcmVkaXJlY3QuYW5hbHlzaXMud2luZG93cy5uZXQiLCJlbWJlZEZlYXR1cmVzIjp7InVzYWdlTWV0cmljc1ZOZXh0Ijp0cnVlfX0%3D&amp;disableSensitivityBanner=true&amp;storytellingChangeViewModeShortcutKeys=true&quot;"/>
    <we:property name="backgroundColor" value="&quot;#F7F7F7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1505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Hugo Lucera</cp:lastModifiedBy>
  <cp:revision>3</cp:revision>
  <dcterms:created xsi:type="dcterms:W3CDTF">2018-06-07T21:39:02Z</dcterms:created>
  <dcterms:modified xsi:type="dcterms:W3CDTF">2026-09-26T15:59:51Z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